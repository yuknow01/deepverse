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262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E3B6C1-32FF-80B1-2500-666127961C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8C4BA13-D2FF-A0C8-8904-B8DEA2B88F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DE7B80-5795-7026-7873-E4A91D1DA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31989-2B86-42D1-B983-C052F8B11CEB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CE75A8-25B3-E304-49E8-81FB9B334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788265-8C7E-7A23-04FA-12F52D0BC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60C4-C1FF-495C-9639-B88FBE457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630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621748-F493-4668-97DF-5B2328DE7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502F17-1B16-E965-07C5-A731B9F5E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8D0123-378C-DE70-0A8B-0DAA18C29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31989-2B86-42D1-B983-C052F8B11CEB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A45D5A-A4ED-F92C-F93D-7767C7F5C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91A73C-8C6E-F8D6-A6A4-91AB11319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60C4-C1FF-495C-9639-B88FBE457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420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56E090-931B-1954-DC7F-4D8C5B675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985DCB-966B-4D56-E6D1-FDA84ECFB4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C98D58-347B-7419-5EF4-166D3EAD6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31989-2B86-42D1-B983-C052F8B11CEB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F1DC41-5638-2E81-D153-22A0E3791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201CA7-CA04-E7E2-2DBF-E36960C8B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60C4-C1FF-495C-9639-B88FBE457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031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CAFCD6-100A-3E0D-0F12-13E7BD663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A14B66-F7C9-53DD-605E-CD79245A0B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BCBD9A-CFF5-2221-B5BD-136F71776E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F3318E-6113-E824-9983-E18EE2993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31989-2B86-42D1-B983-C052F8B11CEB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EF0BDA7-ED84-5F1B-CB02-A770845DC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8ED5CBE-E4E1-7A26-534D-CA737108A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60C4-C1FF-495C-9639-B88FBE457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899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4DBD43-B3A6-E49C-5E22-3E96A9F9D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D73F36-DCDC-2699-5614-909DD0B17A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DE6F84C-E685-57C9-728C-0E00CCA5D4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D5A7ED6-8828-0DDB-30A0-A16A9AF68C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AFBEEA-4CAC-83AC-02C8-C15EB6D382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D5768C7-FEAB-EED0-AA36-64F4C3DFE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31989-2B86-42D1-B983-C052F8B11CEB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DF3726B-C7C9-E90B-EA2A-CD89A58E5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3594326-B637-BFBA-3BCD-4B8C8578E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60C4-C1FF-495C-9639-B88FBE457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8759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53756A-AC38-F8C9-07F2-FD3182241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C8975B0-4979-73BC-30AD-9CAC4BB6F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31989-2B86-42D1-B983-C052F8B11CEB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272F2BA-A6F5-57B0-B937-AC2CB6386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555397F-8691-9B05-B5AA-DC4FF93E7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60C4-C1FF-495C-9639-B88FBE457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9376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4982D73-A54A-E12F-41B2-23C942201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31989-2B86-42D1-B983-C052F8B11CEB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FD540C-8DF7-1889-82B1-5855BA0F7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7EF8AC-3FC3-65BC-88A0-1E0206758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60C4-C1FF-495C-9639-B88FBE457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6321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DEEBD-06DC-2A7C-C755-B59E89846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536671-15C1-B8A9-93BE-BC9B954823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1D600C0-00BB-464A-47E9-0E08B73FA7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B20F6F0-7E26-1BA5-B902-264E1844A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31989-2B86-42D1-B983-C052F8B11CEB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777FA3-B45C-9D89-2E00-73E33CC60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FC8A83A-9579-44C0-4031-8BDBB97C8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60C4-C1FF-495C-9639-B88FBE457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7081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EA640B-E36E-009E-76EF-C5EAC4C2C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E5DEE75-D3C9-C76F-89A2-304F6D86B2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C1C0D04-B293-D3B8-7F22-5942337C27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F5D6B45-A847-0AC7-AE38-9E8E45649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31989-2B86-42D1-B983-C052F8B11CEB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0521B7A-5F1E-10AC-F4BB-69AEC2277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3B66E6F-A70B-CC21-BE9A-E8AA43801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60C4-C1FF-495C-9639-B88FBE457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4629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DAD49D-3E9B-A40E-1001-F81EF99F7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8344C70-2720-D17E-F2E7-EE6DE3E5BB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95DF3F-B64F-1544-944D-9544E966F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31989-2B86-42D1-B983-C052F8B11CEB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7516AE-12C2-0ED3-95AA-275A5B697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060436-0D57-7655-8A63-25C2BD64E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60C4-C1FF-495C-9639-B88FBE457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5967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5E0E0AD-82E0-4416-4BAF-6953E8282F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3DF5AF2-4009-4ACA-50A0-90E4E79373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74EFDA-3E23-4EB1-9FEE-6D48002AF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31989-2B86-42D1-B983-C052F8B11CEB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F7CD17-80B9-AD80-4533-ECE0AEE7E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278DCE-B080-775B-BD17-A773CF2FC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60C4-C1FF-495C-9639-B88FBE457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36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4DAAE91-F8F5-CB79-5B3B-642B43B2F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393E1FA-2E82-B821-E783-3FD1FDE01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908BA2-1DE3-4505-9B3B-681628D28A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931989-2B86-42D1-B983-C052F8B11CEB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88C2C1-13E9-7DBA-4EB7-F0AACAFF02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073EF9-30FC-8A0A-7C45-465156F298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2F60C4-C1FF-495C-9639-B88FBE457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5723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1AA7332-5B59-83F7-D901-A726436284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0148" b="10274"/>
          <a:stretch/>
        </p:blipFill>
        <p:spPr>
          <a:xfrm>
            <a:off x="147072" y="512371"/>
            <a:ext cx="5718324" cy="201249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E3BB72A-40E7-FB5E-227E-26FFBE067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414" y="615808"/>
            <a:ext cx="5545048" cy="190905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628683F-9127-AABD-6746-CC7480AD5A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4876" y="4729494"/>
            <a:ext cx="4725059" cy="118126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62762F9-51FB-526F-B88C-138061A174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459" y="4735511"/>
            <a:ext cx="5001323" cy="119079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6753D4C-2D87-C89D-45B5-2B0425F575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517" y="2949054"/>
            <a:ext cx="4229690" cy="136226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BA73D294-F7E8-9104-8B63-B0543625B6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7669" y="2765802"/>
            <a:ext cx="3552537" cy="1722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877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FB910757-BD42-9BBD-EDD3-828B183A7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90" y="608801"/>
            <a:ext cx="6838272" cy="288191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B111060-6D9A-BEFA-FB0C-39814C694F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5135" y="691816"/>
            <a:ext cx="5579910" cy="4769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997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0</Words>
  <Application>Microsoft Office PowerPoint</Application>
  <PresentationFormat>와이드스크린</PresentationFormat>
  <Paragraphs>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Hoyun</dc:creator>
  <cp:lastModifiedBy>Hoyun</cp:lastModifiedBy>
  <cp:revision>1</cp:revision>
  <dcterms:created xsi:type="dcterms:W3CDTF">2026-03-05T23:32:00Z</dcterms:created>
  <dcterms:modified xsi:type="dcterms:W3CDTF">2026-03-06T00:28:30Z</dcterms:modified>
</cp:coreProperties>
</file>