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6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D72FC-00F5-B82E-FE6E-4A33CDD8B1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D5077F-3962-DE0D-5763-E46B205F8D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97E49A-2CB2-ED26-539C-BA3B9511A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04B-6DAE-4417-80C0-C83B198F55AF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65EC2F-F4EF-5712-37AC-E403C4C9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A5F577-ADFD-8F44-EF05-BB8B55EC9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9D8D8-501E-4F2C-BD6E-F579A36C9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962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C87B14-AB7C-A828-21A6-CEB5CF20D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D4D433-DB7A-97F5-2403-4D3D79B67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B6AC06-5A5D-21EB-0BC5-9098303D7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04B-6DAE-4417-80C0-C83B198F55AF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B7539-11B8-D547-B661-1B28DF9C6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0412CE-0856-DA33-34A9-061E49486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9D8D8-501E-4F2C-BD6E-F579A36C9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275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C6246F-F2BB-C0D6-C57F-6F9373DE6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8B37F7-852D-93F4-8A2A-4DD46213C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DA5694-0EF7-0528-D850-D9DA54AF3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04B-6DAE-4417-80C0-C83B198F55AF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AE112F-0A2B-C72B-ECD3-272FB0919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E77445-54E8-F44B-6558-F4E71C118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9D8D8-501E-4F2C-BD6E-F579A36C9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5185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EC0EE-2B70-423F-3E13-A80740193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D05063-85B2-4BD5-A2B0-9E5D28393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999C21-14B1-1CFE-185E-34FAE2F29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00AC98-979F-44FC-7A8E-3EC872C6C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04B-6DAE-4417-80C0-C83B198F55AF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B76F8A-A519-12A3-C104-D5EEECF3E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E71550-7028-AAF5-D31C-19FB1E714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9D8D8-501E-4F2C-BD6E-F579A36C9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11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040AF3-9ABB-9E42-F6D0-4E0958F84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C7EED0-C8FF-070B-E16C-43CD9D21F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9B3271-8E7E-BCF8-19CF-12E4B0191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536C2C-4115-7EB0-F31E-7902A0E35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55C50D-C1B0-E9E2-0302-A7DA5156C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85FF5F-6E2C-6BC7-FE6B-0156ACDBA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04B-6DAE-4417-80C0-C83B198F55AF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D84C1F-1943-F558-8BD8-66424DA43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B4EC7E-26BB-DD88-92A2-2AEC5C939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9D8D8-501E-4F2C-BD6E-F579A36C9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966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E04BB6-11D9-0A55-684A-5673BA6BE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58AD3C-A33F-77CC-11C0-C33CE8B0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04B-6DAE-4417-80C0-C83B198F55AF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AA99B8-8728-927A-D27F-7D59AD804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80A1E8-239A-7A36-05E2-E3B8098DE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9D8D8-501E-4F2C-BD6E-F579A36C9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14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9706EF0-8C0F-2C96-7D4B-B29D3D92F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04B-6DAE-4417-80C0-C83B198F55AF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B6A943-B231-6412-A62A-F57DF9CEC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F14CA7-56BC-4B0A-FFEA-92C8AFE8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9D8D8-501E-4F2C-BD6E-F579A36C9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127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B397C0-A564-375D-8A8F-A50F0BED0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E47323-F012-D1B7-23BD-9A40318E4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77D67A-491B-F811-BF76-97C9BEC9A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8E33C9-E395-BFAE-3448-3BCC4BAA5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04B-6DAE-4417-80C0-C83B198F55AF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B5DE11-0BD2-5786-83A4-19F2FE61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276315-5285-9FB7-7009-F90232737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9D8D8-501E-4F2C-BD6E-F579A36C9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343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6171F-8EEB-AE65-5A40-EFC47249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5577B8D-9665-5C3E-8BA2-73DCACB75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B30B20-F254-5EBF-A5D9-DF29D068E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E13B61-06F5-142F-D939-FFDAA1CC8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04B-6DAE-4417-80C0-C83B198F55AF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EE1B00-2B60-A934-CB20-541BD40C9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DFE13D-2BE4-8189-C293-5EF0A9D2D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9D8D8-501E-4F2C-BD6E-F579A36C9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222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581D5-02A2-A6AB-790B-8BBCA7FA0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3A95EC-CBB3-1BB1-2507-E5FC98918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07D7CD-B5BA-196F-086A-F3542EBB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04B-6DAE-4417-80C0-C83B198F55AF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3886D3-2818-4655-0B9D-CEE8D179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005A62-FBF0-B3F2-44AA-6868C5549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9D8D8-501E-4F2C-BD6E-F579A36C9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804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06D0262-B8D7-0D66-2509-EB2CAD4CD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1937145-854C-3AFB-926D-90E94B4BB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2C3EA3-9788-0467-B686-631DEF8DA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04B-6DAE-4417-80C0-C83B198F55AF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988FDD-84B7-BDEF-F57B-4938A2A9C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3D91FD-0797-D062-A43B-551A8260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9D8D8-501E-4F2C-BD6E-F579A36C9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804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9B6E984-FF16-3D54-1336-CF3941DE2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2AD5E5-B1CD-EC3D-6527-AD71B1894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CB8983-67F6-1288-B486-471F3B78D0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B9F04B-6DAE-4417-80C0-C83B198F55AF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CE36CD-BA3E-3FB7-27DE-4CEC55EE3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376765-0534-7BE5-DE2C-F7FA0A818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9D8D8-501E-4F2C-BD6E-F579A36C9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855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8E9FEF6-A1EF-6728-A9CF-99C7C35F2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99" y="1078151"/>
            <a:ext cx="8264532" cy="2771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711311-5D93-E23F-9F06-97E6A03BDC27}"/>
              </a:ext>
            </a:extLst>
          </p:cNvPr>
          <p:cNvSpPr txBox="1"/>
          <p:nvPr/>
        </p:nvSpPr>
        <p:spPr>
          <a:xfrm>
            <a:off x="450899" y="469231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전체 세팅 비교</a:t>
            </a:r>
          </a:p>
        </p:txBody>
      </p:sp>
    </p:spTree>
    <p:extLst>
      <p:ext uri="{BB962C8B-B14F-4D97-AF65-F5344CB8AC3E}">
        <p14:creationId xmlns:p14="http://schemas.microsoft.com/office/powerpoint/2010/main" val="354922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FE4AD79-FD84-58FB-0C1C-987FDC9883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7902" y="1303589"/>
            <a:ext cx="6352953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8902FE-5335-92F8-FC54-1908D5F76F00}"/>
              </a:ext>
            </a:extLst>
          </p:cNvPr>
          <p:cNvSpPr txBox="1"/>
          <p:nvPr/>
        </p:nvSpPr>
        <p:spPr>
          <a:xfrm>
            <a:off x="860258" y="439153"/>
            <a:ext cx="1666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세팅</a:t>
            </a:r>
          </a:p>
        </p:txBody>
      </p:sp>
    </p:spTree>
    <p:extLst>
      <p:ext uri="{BB962C8B-B14F-4D97-AF65-F5344CB8AC3E}">
        <p14:creationId xmlns:p14="http://schemas.microsoft.com/office/powerpoint/2010/main" val="1008326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6FE900D-2B20-623F-D254-8B8A18F64D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763" y="1013186"/>
            <a:ext cx="7249537" cy="381053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0F02E9-FDDD-7C5B-D26B-BC8C34E84B3E}"/>
              </a:ext>
            </a:extLst>
          </p:cNvPr>
          <p:cNvSpPr txBox="1"/>
          <p:nvPr/>
        </p:nvSpPr>
        <p:spPr>
          <a:xfrm>
            <a:off x="768763" y="457200"/>
            <a:ext cx="1991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학습파라미터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56449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7393809-BD35-0787-C830-0748A76D1D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9516" y="1156872"/>
            <a:ext cx="3238952" cy="298174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12A548-2C47-6B1D-871D-4BB2F2358B74}"/>
              </a:ext>
            </a:extLst>
          </p:cNvPr>
          <p:cNvSpPr txBox="1"/>
          <p:nvPr/>
        </p:nvSpPr>
        <p:spPr>
          <a:xfrm>
            <a:off x="838200" y="487279"/>
            <a:ext cx="3150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LSTM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22EA388-A9BD-3846-1911-8C52C85D2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695" y="1203788"/>
            <a:ext cx="6287377" cy="17433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6D71A8-F1CF-9CEA-5E66-270A5B1DEADD}"/>
              </a:ext>
            </a:extLst>
          </p:cNvPr>
          <p:cNvSpPr txBox="1"/>
          <p:nvPr/>
        </p:nvSpPr>
        <p:spPr>
          <a:xfrm>
            <a:off x="4936958" y="487279"/>
            <a:ext cx="3150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LWM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3727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3F67BCF-8CB2-74F4-6276-8D7E75D3AD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52487"/>
            <a:ext cx="10515600" cy="372463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A0DD23-355A-B72E-F4E8-4E8A3C46651A}"/>
              </a:ext>
            </a:extLst>
          </p:cNvPr>
          <p:cNvSpPr txBox="1"/>
          <p:nvPr/>
        </p:nvSpPr>
        <p:spPr>
          <a:xfrm>
            <a:off x="378994" y="445167"/>
            <a:ext cx="1161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실험결과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90636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466694E-9AAA-042E-5488-32A4E4547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81" y="1158255"/>
            <a:ext cx="11555438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976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194EEB7-47B9-1682-03B9-F584C12532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29825"/>
            <a:ext cx="10515600" cy="3733863"/>
          </a:xfrm>
        </p:spPr>
      </p:pic>
    </p:spTree>
    <p:extLst>
      <p:ext uri="{BB962C8B-B14F-4D97-AF65-F5344CB8AC3E}">
        <p14:creationId xmlns:p14="http://schemas.microsoft.com/office/powerpoint/2010/main" val="3992878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6CF676-F74D-EB4E-4F50-E364267B6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425BDE9-798D-F57D-0770-27BAE2B9D9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1510"/>
            <a:ext cx="10515600" cy="3719567"/>
          </a:xfrm>
        </p:spPr>
      </p:pic>
    </p:spTree>
    <p:extLst>
      <p:ext uri="{BB962C8B-B14F-4D97-AF65-F5344CB8AC3E}">
        <p14:creationId xmlns:p14="http://schemas.microsoft.com/office/powerpoint/2010/main" val="2581764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6179983-6962-6928-7659-A67FD9BA0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97" y="1593897"/>
            <a:ext cx="11507806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301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와이드스크린</PresentationFormat>
  <Paragraphs>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Hoyun</dc:creator>
  <cp:lastModifiedBy>Hoyun</cp:lastModifiedBy>
  <cp:revision>1</cp:revision>
  <dcterms:created xsi:type="dcterms:W3CDTF">2026-03-13T03:28:10Z</dcterms:created>
  <dcterms:modified xsi:type="dcterms:W3CDTF">2026-03-13T03:28:19Z</dcterms:modified>
</cp:coreProperties>
</file>