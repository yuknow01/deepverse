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2" r:id="rId4"/>
    <p:sldId id="260" r:id="rId5"/>
    <p:sldId id="263" r:id="rId6"/>
    <p:sldId id="257" r:id="rId7"/>
    <p:sldId id="258" r:id="rId8"/>
    <p:sldId id="261" r:id="rId9"/>
    <p:sldId id="265" r:id="rId10"/>
    <p:sldId id="264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553B0-5A30-10E5-2E78-1B0A65ED3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67CA3B-D452-B4C7-26E4-5244817F1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8D4A5-9639-FB00-CF45-38F43B28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135194-CAEC-F0CB-ED79-7A70A2F3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6EC29-098B-5C42-A936-125D5F3E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96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FE923-7E9B-8E15-6D82-A91A9B73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16F86-D099-20C8-02A9-E4C79BBD4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20F9FE-C1EA-9452-29A0-B6334197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D051E-86E0-67D9-9F23-D390521C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820F8-A116-9BF4-3ECE-64A9ED08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38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80DC3-EA3F-EF18-E467-25CB2D60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0BBAE5-BA7C-AD43-62A5-B86E7C67F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CC2FB-8585-13FC-022D-10BF988C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E1A7EF-1838-5FFE-40C1-690B1A02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8E09A-A1B5-1897-FD3A-20E2338A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89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603CE-CE95-D733-B8A6-656EADBA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36211-A498-F931-B72C-A0BA053F8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B3E1E-1959-706F-067E-BAE8CA97A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BC13D-F242-84C6-15B9-9AD14589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C0B10-25D3-FDB8-6710-4F3539C9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720179-AC5F-AF7A-7C20-32010922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0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79FBA-D43F-BD8A-7906-38477DA9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633E41-F29F-5715-718C-EA3632BD8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46EC4-33EC-2EBB-AEFE-65B13218D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12100-6E38-3CF2-B316-AF5E41D3A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DDB7B3-FA23-B957-FEE5-2F659F941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C3D7AC-A5FB-81C1-45AE-16DD1986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A6DA17-8403-4EDB-61A3-2B98139E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C3D5F7-593C-E804-DBA0-705338F6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02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49B19-9BEB-54FC-8BDC-106195BC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5610D7-0D41-244A-905B-C729A60A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C18DB2-2A58-3A98-1CB3-F46009A8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B34EC8-66D0-94CE-DCD9-1D054A07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29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C01842-B2DD-A75C-775E-45F00EDD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113152-47B2-E0A6-38AB-E36BBCCC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26602-3C23-3666-2541-0E84284B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35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D551C-B461-27B2-135B-D1EB7C34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430618-2291-147F-6D34-27FC1512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12D10-8D4C-3BF4-378C-B666468E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417A81-F9CE-D490-AD52-D4244559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8EE53D-E5E0-F468-6ABC-DB924CD2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CA5B16-83AE-39DE-F4EA-46E3A86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83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74E8A-C23C-6718-06EC-620EE42A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A0C1A7-CCDC-9D67-2C42-B629023F8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C57608-65D0-913A-A13B-AE69DCDA5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943209-30D6-0DE8-DD2A-4DC0261B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52D492-AA07-2EA0-3699-385C4A6F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9AFBFC-8D6B-533F-AFB9-E388E04B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73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DA179-5298-637A-C6A4-3C87589E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2753A0-AD6C-B3C8-0E0D-F13C16362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B9FC6-BA86-F7EF-038C-A0CA1E08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2D3D9-A55D-CF90-5D07-512A6F9E7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F7884-1150-B824-4E4F-1140DD37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98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EE6689-3AD6-C62F-D8E4-625F9CC24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289B0-457B-43AE-D76B-853168574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F0F43A-6FF9-C62B-FE11-EA27D0C6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B616B-E40F-AEC7-5F56-4E5E17A5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D0DEC-FAA5-883B-EB19-CA85DF55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5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185D0C-A1E4-7C74-A9BF-AE4010E8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AA623B-DB2B-88EE-866B-4C868C778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2835F-5401-2AE9-5473-5E4A1F57A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CA55E-EB48-45E4-A19A-F57B2900799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C960E-249C-B59B-FB5A-EA4D94E06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68F7AE-6C48-AA90-1ABA-52946B8CB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076F5-A9C8-4DD0-8AC7-65D77A87D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23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1AC7FC-38F2-BABC-EDC7-DA18843F1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82" y="982775"/>
            <a:ext cx="3496163" cy="4363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DC3AB1-16DE-E697-B500-D97383892623}"/>
              </a:ext>
            </a:extLst>
          </p:cNvPr>
          <p:cNvSpPr txBox="1"/>
          <p:nvPr/>
        </p:nvSpPr>
        <p:spPr>
          <a:xfrm>
            <a:off x="485782" y="409074"/>
            <a:ext cx="362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.Mat </a:t>
            </a:r>
            <a:r>
              <a:rPr lang="ko-KR" altLang="en-US" dirty="0"/>
              <a:t>파일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4FFC2A-6FE5-462A-EB9E-1FE368E09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945" y="1032497"/>
            <a:ext cx="8100608" cy="225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4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F58F21-D2FB-BA9B-BE41-A1265A4F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1" y="78205"/>
            <a:ext cx="7031186" cy="486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1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DC3AB1-16DE-E697-B500-D97383892623}"/>
              </a:ext>
            </a:extLst>
          </p:cNvPr>
          <p:cNvSpPr txBox="1"/>
          <p:nvPr/>
        </p:nvSpPr>
        <p:spPr>
          <a:xfrm>
            <a:off x="485782" y="409074"/>
            <a:ext cx="3627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Config </a:t>
            </a:r>
            <a:r>
              <a:rPr lang="ko-KR" altLang="en-US" dirty="0"/>
              <a:t>파일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6CB92A-9315-15B8-14CF-CAD6B6F0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1" y="1035665"/>
            <a:ext cx="5134692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7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4E139B-C666-E3DD-BD00-E2CBACDCD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87" y="797708"/>
            <a:ext cx="9106618" cy="56326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23F28B-2376-FAF3-96ED-8BEB03D16777}"/>
              </a:ext>
            </a:extLst>
          </p:cNvPr>
          <p:cNvSpPr txBox="1"/>
          <p:nvPr/>
        </p:nvSpPr>
        <p:spPr>
          <a:xfrm>
            <a:off x="229887" y="24301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Path.py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6397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17A7EBE-B11B-8D16-0063-AD6BF71D0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01" y="1054810"/>
            <a:ext cx="6734564" cy="44195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ED63F-DC51-9628-F163-3952152BFA85}"/>
              </a:ext>
            </a:extLst>
          </p:cNvPr>
          <p:cNvSpPr txBox="1"/>
          <p:nvPr/>
        </p:nvSpPr>
        <p:spPr>
          <a:xfrm>
            <a:off x="458601" y="342901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기호 표시</a:t>
            </a:r>
          </a:p>
        </p:txBody>
      </p:sp>
    </p:spTree>
    <p:extLst>
      <p:ext uri="{BB962C8B-B14F-4D97-AF65-F5344CB8AC3E}">
        <p14:creationId xmlns:p14="http://schemas.microsoft.com/office/powerpoint/2010/main" val="1223010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445EAB-EFFE-67AD-5B14-506BCF2D2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" y="113344"/>
            <a:ext cx="7812400" cy="353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5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4913C0A-CB11-4CD7-96A7-0C85CF3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1" y="0"/>
            <a:ext cx="7103998" cy="62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0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72F5A0-2C88-10EA-C0A6-218446E0D024}"/>
              </a:ext>
            </a:extLst>
          </p:cNvPr>
          <p:cNvSpPr txBox="1"/>
          <p:nvPr/>
        </p:nvSpPr>
        <p:spPr>
          <a:xfrm>
            <a:off x="378995" y="312821"/>
            <a:ext cx="351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Antenna.py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E99F59-F246-AFF2-3F75-2499CD2E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8" y="865857"/>
            <a:ext cx="5655900" cy="42115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0AB7DB-5E3C-FFF8-D785-DC2E5488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37747" cy="14032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BEE48D-1307-420D-C7D2-919B6043B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03259"/>
            <a:ext cx="4919213" cy="362606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1EEAA31-6B83-A826-F0C3-913FC100B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029322"/>
            <a:ext cx="560148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3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4913C0A-CB11-4CD7-96A7-0C85CF3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1" y="0"/>
            <a:ext cx="7103998" cy="62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8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563AF7F-95E7-0C92-2967-A942F62B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84" y="1043357"/>
            <a:ext cx="7783011" cy="1895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0BA751-AD6A-0ABC-5427-C3D7AB9A9E8A}"/>
              </a:ext>
            </a:extLst>
          </p:cNvPr>
          <p:cNvSpPr txBox="1"/>
          <p:nvPr/>
        </p:nvSpPr>
        <p:spPr>
          <a:xfrm>
            <a:off x="679784" y="378995"/>
            <a:ext cx="286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Path.py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4C271E-9A98-88D1-8808-3661A00F0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84" y="3121923"/>
            <a:ext cx="1873939" cy="7067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33B0D48-E6FD-DCAB-C14C-AE547289B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84" y="4011492"/>
            <a:ext cx="606827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3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4913C0A-CB11-4CD7-96A7-0C85CF3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44" y="174458"/>
            <a:ext cx="7103998" cy="62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66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7BABB1E-345B-8746-5589-A6EC15199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463" y="472125"/>
            <a:ext cx="6811326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2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C1728-7472-E696-6A51-06D5C80FEA63}"/>
              </a:ext>
            </a:extLst>
          </p:cNvPr>
          <p:cNvSpPr txBox="1"/>
          <p:nvPr/>
        </p:nvSpPr>
        <p:spPr>
          <a:xfrm>
            <a:off x="595564" y="415090"/>
            <a:ext cx="25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채널 </a:t>
            </a:r>
            <a:r>
              <a:rPr lang="en-US" altLang="ko-KR" dirty="0"/>
              <a:t>H(channel </a:t>
            </a:r>
            <a:r>
              <a:rPr lang="en-US" altLang="ko-KR" dirty="0" err="1"/>
              <a:t>coeffs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A7D8A81-01FD-8045-FB9D-4F60DCC5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0" y="1019804"/>
            <a:ext cx="2936206" cy="5304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E9A8C7-107A-5668-870D-E141E543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50" y="1873288"/>
            <a:ext cx="10669489" cy="184810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7AB15D1-8B1B-F1C4-4A20-4BA4F0FB5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1432"/>
            <a:ext cx="12192000" cy="16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5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와이드스크린</PresentationFormat>
  <Paragraphs>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Hoyun</dc:creator>
  <cp:lastModifiedBy>Hoyun</cp:lastModifiedBy>
  <cp:revision>1</cp:revision>
  <dcterms:created xsi:type="dcterms:W3CDTF">2026-03-12T13:02:59Z</dcterms:created>
  <dcterms:modified xsi:type="dcterms:W3CDTF">2026-03-12T13:03:18Z</dcterms:modified>
</cp:coreProperties>
</file>